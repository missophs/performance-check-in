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65176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CHECK-IN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7955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9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Human-led Slack check-ins with optional, editable AI assistance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741664" y="320040"/>
            <a:ext cx="2916936" cy="530352"/>
          </a:xfrm>
          <a:prstGeom prst="roundRect">
            <a:avLst>
              <a:gd name="adj" fmla="val 25862"/>
            </a:avLst>
          </a:prstGeom>
          <a:solidFill>
            <a:srgbClr val="E4F4EF"/>
          </a:solidFill>
          <a:ln w="6350">
            <a:solidFill>
              <a:srgbClr val="E4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484632"/>
            <a:ext cx="2578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87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AI PILOT  •  LIMITED ACCESS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CHECK-IN MOVES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2660904" cy="1572768"/>
          </a:xfrm>
          <a:prstGeom prst="roundRect">
            <a:avLst>
              <a:gd name="adj" fmla="val 8721"/>
            </a:avLst>
          </a:prstGeom>
          <a:solidFill>
            <a:srgbClr val="F0ECFA"/>
          </a:solidFill>
          <a:ln w="6350">
            <a:solidFill>
              <a:srgbClr val="F0EC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856232"/>
            <a:ext cx="384048" cy="384048"/>
          </a:xfrm>
          <a:prstGeom prst="ellipse">
            <a:avLst/>
          </a:prstGeom>
          <a:solidFill>
            <a:srgbClr val="6046A5"/>
          </a:solidFill>
          <a:ln w="12700">
            <a:solidFill>
              <a:srgbClr val="6046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86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32257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an assigned colleague and the discussion areas needed.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56432" y="1664208"/>
            <a:ext cx="2660904" cy="1572768"/>
          </a:xfrm>
          <a:prstGeom prst="roundRect">
            <a:avLst>
              <a:gd name="adj" fmla="val 8721"/>
            </a:avLst>
          </a:prstGeom>
          <a:solidFill>
            <a:srgbClr val="E4F4EF"/>
          </a:solidFill>
          <a:ln w="6350">
            <a:solidFill>
              <a:srgbClr val="E4F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1856232"/>
            <a:ext cx="384048" cy="384048"/>
          </a:xfrm>
          <a:prstGeom prst="ellipse">
            <a:avLst/>
          </a:prstGeom>
          <a:solidFill>
            <a:srgbClr val="087D64"/>
          </a:solidFill>
          <a:ln w="12700">
            <a:solidFill>
              <a:srgbClr val="087D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186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 draft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232257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answers over time. Saved is private and can be edited.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64224" y="1664208"/>
            <a:ext cx="2660904" cy="1572768"/>
          </a:xfrm>
          <a:prstGeom prst="roundRect">
            <a:avLst>
              <a:gd name="adj" fmla="val 8721"/>
            </a:avLst>
          </a:prstGeom>
          <a:solidFill>
            <a:srgbClr val="F0ECFA"/>
          </a:solidFill>
          <a:ln w="6350">
            <a:solidFill>
              <a:srgbClr val="F0EC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856232"/>
            <a:ext cx="384048" cy="384048"/>
          </a:xfrm>
          <a:prstGeom prst="ellipse">
            <a:avLst/>
          </a:prstGeom>
          <a:solidFill>
            <a:srgbClr val="6046A5"/>
          </a:solidFill>
          <a:ln w="12700">
            <a:solidFill>
              <a:srgbClr val="6046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22592" y="186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once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47104" y="232257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all chosen areas, then send them together. Private notes stay private.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72016" y="1664208"/>
            <a:ext cx="2660904" cy="1572768"/>
          </a:xfrm>
          <a:prstGeom prst="roundRect">
            <a:avLst>
              <a:gd name="adj" fmla="val 8721"/>
            </a:avLst>
          </a:prstGeom>
          <a:solidFill>
            <a:srgbClr val="E4F4EF"/>
          </a:solidFill>
          <a:ln w="6350">
            <a:solidFill>
              <a:srgbClr val="E4F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45752" y="1856232"/>
            <a:ext cx="384048" cy="384048"/>
          </a:xfrm>
          <a:prstGeom prst="ellipse">
            <a:avLst/>
          </a:prstGeom>
          <a:solidFill>
            <a:srgbClr val="087D64"/>
          </a:solidFill>
          <a:ln w="12700">
            <a:solidFill>
              <a:srgbClr val="087D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5752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30384" y="186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&amp; reply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54896" y="232257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recipient gets a Slack message and can respond to each area.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511296"/>
            <a:ext cx="5559552" cy="2221992"/>
          </a:xfrm>
          <a:prstGeom prst="roundRect">
            <a:avLst>
              <a:gd name="adj" fmla="val 6173"/>
            </a:avLst>
          </a:prstGeom>
          <a:solidFill>
            <a:srgbClr val="F5F6F9"/>
          </a:solidFill>
          <a:ln w="6350">
            <a:solidFill>
              <a:srgbClr val="F5F6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730752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AI FITS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240" y="4142232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 Optional AI suggests questions, drafts summaries and proposes follow-ups from one selected saved entry.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777240" y="4626864"/>
            <a:ext cx="5029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 Consent → generate → edit → approve a private draft → review and send. Nothing is sent automatically.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777240" y="5129784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 Private notes stay out. Shared fields go to OpenAI only with consent. No AI ratings or employment decisions; people must check facts.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318504" y="3511296"/>
            <a:ext cx="5321808" cy="2221992"/>
          </a:xfrm>
          <a:prstGeom prst="roundRect">
            <a:avLst>
              <a:gd name="adj" fmla="val 6173"/>
            </a:avLst>
          </a:prstGeom>
          <a:solidFill>
            <a:srgbClr val="FFF0D8"/>
          </a:solidFill>
          <a:ln w="6350">
            <a:solidFill>
              <a:srgbClr val="FFF0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373075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RUNS &amp; WHO GOVERNS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547104" y="4178808"/>
            <a:ext cx="1225296" cy="402336"/>
          </a:xfrm>
          <a:prstGeom prst="roundRect">
            <a:avLst>
              <a:gd name="adj" fmla="val 34091"/>
            </a:avLst>
          </a:prstGeom>
          <a:solidFill>
            <a:srgbClr val="F0ECFA"/>
          </a:solidFill>
          <a:ln w="6350">
            <a:solidFill>
              <a:srgbClr val="F0EC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429768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8083296" y="4178808"/>
            <a:ext cx="1463040" cy="402336"/>
          </a:xfrm>
          <a:prstGeom prst="roundRect">
            <a:avLst>
              <a:gd name="adj" fmla="val 34091"/>
            </a:avLst>
          </a:prstGeom>
          <a:solidFill>
            <a:srgbClr val="E4F4EF"/>
          </a:solidFill>
          <a:ln w="6350">
            <a:solidFill>
              <a:srgbClr val="E4F4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83296" y="42976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9884664" y="4178808"/>
            <a:ext cx="1536192" cy="402336"/>
          </a:xfrm>
          <a:prstGeom prst="roundRect">
            <a:avLst>
              <a:gd name="adj" fmla="val 340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29768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7836408" y="42885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4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28632" y="42885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4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47104" y="4736592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 keeps it online; Supabase stores records and limits access. Pilot access is one approved pair in one workspace.</a:t>
            </a:r>
            <a:endParaRPr lang="en-US" sz="1290" dirty="0"/>
          </a:p>
        </p:txBody>
      </p:sp>
      <p:sp>
        <p:nvSpPr>
          <p:cNvPr id="43" name="Text 41"/>
          <p:cNvSpPr/>
          <p:nvPr/>
        </p:nvSpPr>
        <p:spPr>
          <a:xfrm>
            <a:off x="6547104" y="5230368"/>
            <a:ext cx="4791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202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rollout, IT should own access, onboarding, security, privacy, retention, backups, audit needs and support.</a:t>
            </a:r>
            <a:endParaRPr lang="en-US" sz="1290" dirty="0"/>
          </a:p>
        </p:txBody>
      </p:sp>
      <p:sp>
        <p:nvSpPr>
          <p:cNvPr id="44" name="Text 42"/>
          <p:cNvSpPr/>
          <p:nvPr/>
        </p:nvSpPr>
        <p:spPr>
          <a:xfrm>
            <a:off x="557784" y="60533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04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&amp; NEXT STEPS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587752" y="592531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11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three AI modes generated, were edited, approved and submitted in the pilot. Recipient-side AI follow-up and wider rollout checks remain. Bulk roster upload and HRIS sync are not built.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Check-In | How the cloud pilot works</dc:title>
  <dc:subject>PptxGenJS Presentation</dc:subject>
  <dc:creator>Performance Check-In pilot</dc:creator>
  <cp:lastModifiedBy>Performance Check-In pilot</cp:lastModifiedBy>
  <cp:revision>1</cp:revision>
  <dcterms:created xsi:type="dcterms:W3CDTF">2026-10-09T21:02:32Z</dcterms:created>
  <dcterms:modified xsi:type="dcterms:W3CDTF">2026-10-09T21:02:32Z</dcterms:modified>
</cp:coreProperties>
</file>