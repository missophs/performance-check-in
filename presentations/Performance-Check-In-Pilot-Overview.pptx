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609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65176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PERFORMANCE CHECK-IN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7955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96070"/>
                </a:solidFill>
                <a:latin typeface="Arial"/>
              </a:rPr>
              <a:t>Human-led Slack check-ins with optional, editable AI assistance</a:t>
            </a:r>
          </a:p>
        </p:txBody>
      </p:sp>
      <p:sp>
        <p:nvSpPr>
          <p:cNvPr id="4" name="Shape 2"/>
          <p:cNvSpPr/>
          <p:nvPr/>
        </p:nvSpPr>
        <p:spPr>
          <a:xfrm>
            <a:off x="8741664" y="320040"/>
            <a:ext cx="2916936" cy="530352"/>
          </a:xfrm>
          <a:prstGeom prst="roundRect">
            <a:avLst>
              <a:gd name="adj" fmla="val 25862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15400" y="484632"/>
            <a:ext cx="2578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087D64"/>
                </a:solidFill>
                <a:latin typeface="Arial"/>
              </a:rPr>
              <a:t>LIVE AI PILOT • OCT 9, 2026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HOW A CHECK-IN MOVES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22376" y="1856232"/>
            <a:ext cx="384048" cy="384048"/>
          </a:xfrm>
          <a:prstGeom prst="ellipse">
            <a:avLst/>
          </a:prstGeom>
          <a:solidFill>
            <a:srgbClr val="6046A5"/>
          </a:solidFill>
          <a:ln w="12700">
            <a:solidFill>
              <a:srgbClr val="6046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22376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Pick an assigned colleague and the discussion areas needed.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56432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30168" y="1856232"/>
            <a:ext cx="384048" cy="384048"/>
          </a:xfrm>
          <a:prstGeom prst="ellipse">
            <a:avLst/>
          </a:prstGeom>
          <a:solidFill>
            <a:srgbClr val="087D64"/>
          </a:solidFill>
          <a:ln w="12700">
            <a:solidFill>
              <a:srgbClr val="087D6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3016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Save a draft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Add answers over time. Saved is private and can be edited.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64224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37960" y="1856232"/>
            <a:ext cx="384048" cy="384048"/>
          </a:xfrm>
          <a:prstGeom prst="ellipse">
            <a:avLst/>
          </a:prstGeom>
          <a:solidFill>
            <a:srgbClr val="6046A5"/>
          </a:solidFill>
          <a:ln w="12700">
            <a:solidFill>
              <a:srgbClr val="6046A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22592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Send once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Review all chosen areas, then send them together. Private notes stay private.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72016" y="1664208"/>
            <a:ext cx="2660904" cy="1572768"/>
          </a:xfrm>
          <a:prstGeom prst="roundRect">
            <a:avLst>
              <a:gd name="adj" fmla="val 872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445752" y="1856232"/>
            <a:ext cx="384048" cy="384048"/>
          </a:xfrm>
          <a:prstGeom prst="ellipse">
            <a:avLst/>
          </a:prstGeom>
          <a:solidFill>
            <a:srgbClr val="087D64"/>
          </a:solidFill>
          <a:ln w="12700">
            <a:solidFill>
              <a:srgbClr val="087D6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45752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30384" y="18653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Read &amp; reply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54896" y="2322576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The recipient gets a Slack message and can respond to each area.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511296"/>
            <a:ext cx="5559552" cy="2221992"/>
          </a:xfrm>
          <a:prstGeom prst="roundRect">
            <a:avLst>
              <a:gd name="adj" fmla="val 6173"/>
            </a:avLst>
          </a:prstGeom>
          <a:solidFill>
            <a:srgbClr val="F5F6F9"/>
          </a:solidFill>
          <a:ln w="6350">
            <a:solidFill>
              <a:srgbClr val="F5F6F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" y="373075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WHERE AI FITS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41422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320">
                <a:solidFill>
                  <a:srgbClr val="20212A"/>
                </a:solidFill>
                <a:latin typeface="Arial"/>
              </a:rPr>
              <a:t>NOW  Optional AI suggests questions, drafts summaries and proposes follow-ups from a selected saved entry. Consent → generate → edit → approve a private draft → review and send.</a:t>
            </a:r>
          </a:p>
        </p:txBody>
      </p:sp>
      <p:sp>
        <p:nvSpPr>
          <p:cNvPr id="31" name="Text 29"/>
          <p:cNvSpPr/>
          <p:nvPr/>
        </p:nvSpPr>
        <p:spPr>
          <a:xfrm>
            <a:off x="777240" y="5129784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0212A"/>
                </a:solidFill>
                <a:latin typeface="Arial"/>
              </a:rPr>
              <a:t>LIMIT  Manager-only notes are excluded. Shared fields go to OpenAI only with consent. No ratings or employment decisions; human fact-checking is required.</a:t>
            </a:r>
          </a:p>
        </p:txBody>
      </p:sp>
      <p:sp>
        <p:nvSpPr>
          <p:cNvPr id="32" name="Shape 30"/>
          <p:cNvSpPr/>
          <p:nvPr/>
        </p:nvSpPr>
        <p:spPr>
          <a:xfrm>
            <a:off x="6318504" y="3511296"/>
            <a:ext cx="5321808" cy="2221992"/>
          </a:xfrm>
          <a:prstGeom prst="roundRect">
            <a:avLst>
              <a:gd name="adj" fmla="val 6173"/>
            </a:avLst>
          </a:prstGeom>
          <a:solidFill>
            <a:srgbClr val="FFF0D8"/>
          </a:solidFill>
          <a:ln w="6350">
            <a:solidFill>
              <a:srgbClr val="FFF0D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47104" y="373075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HOW IT RUNS &amp; WHO GOVERNS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47104" y="4178808"/>
            <a:ext cx="1225296" cy="402336"/>
          </a:xfrm>
          <a:prstGeom prst="roundRect">
            <a:avLst>
              <a:gd name="adj" fmla="val 34091"/>
            </a:avLst>
          </a:prstGeom>
          <a:solidFill>
            <a:srgbClr val="F0ECFA"/>
          </a:solidFill>
          <a:ln w="6350">
            <a:solidFill>
              <a:srgbClr val="F0ECF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47104" y="429768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Slack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8083296" y="4178808"/>
            <a:ext cx="1463040" cy="402336"/>
          </a:xfrm>
          <a:prstGeom prst="roundRect">
            <a:avLst>
              <a:gd name="adj" fmla="val 34091"/>
            </a:avLst>
          </a:prstGeom>
          <a:solidFill>
            <a:srgbClr val="E4F4EF"/>
          </a:solidFill>
          <a:ln w="6350">
            <a:solidFill>
              <a:srgbClr val="E4F4E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083296" y="42976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Cloudflare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9884664" y="4178808"/>
            <a:ext cx="1536192" cy="402336"/>
          </a:xfrm>
          <a:prstGeom prst="roundRect">
            <a:avLst>
              <a:gd name="adj" fmla="val 3409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884664" y="429768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1163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7836408" y="42885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46A5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28632" y="42885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46A5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7104" y="4736592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Cloudflare keeps it online; Supabase stores records and limits access. Pilot access is one approved pair in one workspace.</a:t>
            </a:r>
            <a:endParaRPr lang="en-US" sz="1290" dirty="0"/>
          </a:p>
        </p:txBody>
      </p:sp>
      <p:sp>
        <p:nvSpPr>
          <p:cNvPr id="43" name="Text 41"/>
          <p:cNvSpPr/>
          <p:nvPr/>
        </p:nvSpPr>
        <p:spPr>
          <a:xfrm>
            <a:off x="6547104" y="5230368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212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Before rollout, IT should own access, onboarding, security, privacy, retention, backups, audit needs and support.</a:t>
            </a:r>
            <a:endParaRPr lang="en-US" sz="1290" dirty="0"/>
          </a:p>
        </p:txBody>
      </p:sp>
      <p:sp>
        <p:nvSpPr>
          <p:cNvPr id="44" name="Text 42"/>
          <p:cNvSpPr/>
          <p:nvPr/>
        </p:nvSpPr>
        <p:spPr>
          <a:xfrm>
            <a:off x="557784" y="60533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6046A5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PILOT &amp; NEXT STEPS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587752" y="592531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1163A"/>
                </a:solidFill>
                <a:latin typeface="Arial"/>
              </a:rPr>
              <a:t>Live generation, edited approval, private saving and submission tested for all 3 AI modes; 86 tests pass. Manager-side AI was confirmed working. Broader rollout checks remain.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Implemented and deployed in the Performance Check-In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4805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5084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Working in the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084064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Human-led check-ins and private drafts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Optional AI questions, summaries and actions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Editable output with explicit approval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Existing review/send workflow retained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Source reference and human-review label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All 86 automated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76672" cy="44805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74336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Additional checks before a wider rollout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Check access and simultaneous edits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Check expired drafts and service interruptions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Add shared usage and cost limits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Agree who supports the app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• Optional: staff import and HR-system connection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The check-in workflow stays human-led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Saved, submitted and discarded are different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313432" cy="24231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21163A"/>
                </a:solidFill>
                <a:latin typeface="Arial"/>
              </a:rPr>
              <a:t>Choose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Select the assigned colleague and discussion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313432" cy="24231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21163A"/>
                </a:solidFill>
                <a:latin typeface="Arial"/>
              </a:rPr>
              <a:t>Save privately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Answer over time. Edit before sharing.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313432" cy="24231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21163A"/>
                </a:solidFill>
                <a:latin typeface="Arial"/>
              </a:rPr>
              <a:t>Review &amp; send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Review included areas and explicitly submit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645920"/>
            <a:ext cx="2313432" cy="24231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59" y="18288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21163A"/>
                </a:solidFill>
                <a:latin typeface="Arial"/>
              </a:rPr>
              <a:t>Read &amp; 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88036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Recipient notification opens the entry; reply separately.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11091672" cy="15087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617720"/>
            <a:ext cx="10689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Why a button can stay 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66359"/>
            <a:ext cx="1068933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Green means unsent saved content remains. Sending a separate AI draft does not erase its source. Start fresh clears unsent drafts; they can be restored from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Three optional AI assistance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AI drafts content; people decide what to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47872" cy="42519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31455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Question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14553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Suggest up to three discussion questions from the saved shared fields.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Saved as editable topic text in a new private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547872" cy="42519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28800"/>
            <a:ext cx="31455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Draft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377440"/>
            <a:ext cx="314553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Summarize supplied facts and distinguish proposals from agreements.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Saved as editable conversation-summary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547872" cy="425196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828800"/>
            <a:ext cx="31455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Proposed follow-ups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377440"/>
            <a:ext cx="314553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Propose possible next steps for discussion.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Owner, date and status remain manual. A proposal is not an agreement.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AI approval has three distinct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Generation consent is separate from saving and sending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1672" cy="12344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10689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1  Consent to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10689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Approve sending the selected entry’s shared fields to OpenAI. Closing cancels.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91672" cy="12344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10689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2  Edit, fact-check and approve a private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94760"/>
            <a:ext cx="10689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Change the text freely, then check the explicit human-approval box before saving.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11091672" cy="12344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709160"/>
            <a:ext cx="10689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3  Review before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257800"/>
            <a:ext cx="106893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Use the normal review screen and Send to manager/employee action. No automatic sending.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Privacy and 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Private-note exclusion is enforced in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5084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Controls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08406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Manager notes and private review drafts excluded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Allowlist of shared sections and fields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Author-only drafts; active-pair submissions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Server-side encrypted API credential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Signed, expiring approval metadata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No model tools or automatic decisions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Generic errors; no provider-body/content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76672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Limits humans must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7433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Shared text is sent to an external provider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Sensitive text is not automatically redacted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store:false is not zero-retention assurance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AI can invent facts despite instructions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Human review reduces, but cannot eliminate, error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Organization approval and retention policy remain rollout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How the pilot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Slack interface → Cloudflare app → Supabase records; optional OpenAI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8346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5084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Application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08406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Slack presents the forms and notifications.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Cloudflare hosts the app and secret.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Supabase stores drafts/submissions and enforces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76672" cy="28346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Bounded AI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74336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Optional OpenAI call using gpt-4.1-mini.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20-second timeout; bounded input/output.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AI can be disabled through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1163A"/>
                </a:solidFill>
                <a:latin typeface="Arial"/>
              </a:rPr>
              <a:t>Operations gap: cooldowns are per process. Add shared rate/spend controls before broader use. ChatGPT subscription and API usage are billed separately.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What was actually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Live synthetic pilot plus 86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5084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Verified live in Chrome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08406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Real output for all three AI modes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Human edits persisted in the correct section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Missing approval blocked saving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Private save followed by separate review/send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Submitted text and human-review label visible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Start fresh cleared remaining green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76672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Verified locally / still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7433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86 tests pass: provider contract, private-field exclusion, approval flow, signed requests and existing interactions.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Manager-side AI was confirmed working. Additional checks: access, conflicting edits, expired drafts and service interruptions.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21163A"/>
                </a:solidFill>
                <a:latin typeface="Arial"/>
              </a:rPr>
              <a:t>Before a wider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6070"/>
                </a:solidFill>
                <a:latin typeface="Arial"/>
              </a:rPr>
              <a:t>A successful pilot is the starting point for release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96070"/>
                </a:solidFill>
                <a:latin typeface="Arial"/>
              </a:rPr>
              <a:t>PERFORMANCE CHECK-IN  •  PILOT STATUS  •  OCTOBER 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5084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Finish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08406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1. Sign in as the intended manager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2. Open the three submitted AI test entries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3. Verify access, notification and reply flow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4. Exercise cross-user, stale-source, expiry and outage cases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0212A"/>
                </a:solidFill>
                <a:latin typeface="Arial"/>
              </a:rPr>
              <a:t>5. Record outcomes before broader rollout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76672" cy="4526280"/>
          </a:xfrm>
          <a:prstGeom prst="roundRect">
            <a:avLst/>
          </a:prstGeom>
          <a:solidFill>
            <a:srgbClr val="F3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737360"/>
            <a:ext cx="497433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087D64"/>
                </a:solidFill>
                <a:latin typeface="Arial"/>
              </a:rPr>
              <a:t>Set ownership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86000"/>
            <a:ext cx="497433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Confirm IT/privacy approval of provider use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Set API budget, alerts and reload limits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Add distributed generation controls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Assign retention, backup and support owners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Plan roster/HRIS integration separately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0212A"/>
                </a:solidFill>
                <a:latin typeface="Arial"/>
              </a:rPr>
              <a:t>• Keep fact-checking and approval explicit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237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Check-In | How the cloud pilot works</dc:title>
  <dc:subject>PptxGenJS Presentation</dc:subject>
  <dc:creator>Performance Check-In pilot</dc:creator>
  <cp:lastModifiedBy>Performance Check-In pilot</cp:lastModifiedBy>
  <cp:revision>2</cp:revision>
  <dcterms:created xsi:type="dcterms:W3CDTF">2026-10-09T14:17:48Z</dcterms:created>
  <dcterms:modified xsi:type="dcterms:W3CDTF">2026-10-09T17:27:58Z</dcterms:modified>
</cp:coreProperties>
</file>